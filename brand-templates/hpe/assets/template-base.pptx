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handoutMasterIdLst>
    <p:handoutMasterId r:id="rId26"/>
  </p:handoutMasterIdLst>
  <p:sldIdLst/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9"/>
    <a:srgbClr val="41A3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handoutMaster" Target="handoutMasters/handoutMaster1.xml"/><Relationship Id="rId39" Type="http://schemas.openxmlformats.org/officeDocument/2006/relationships/theme" Target="theme/theme1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="" xmlns:a16="http://schemas.microsoft.com/office/drawing/2014/main" id="{7011834E-2211-42C3-9F57-177872AFD6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4A84E23B-2B64-4D16-8CC4-6D8C0865D2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AD3F9-907F-41C4-A0A1-06C120BC71DD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DDEE3093-BAE5-4CAE-8FB9-107EC98758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BA34D64C-DA1D-41A6-ADE9-4657670374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736C9-755B-4CE0-9470-1B9DD6F36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943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A507338-1624-A82B-CDEE-268EB1CB8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5C116422-F48F-F161-D353-D85210F37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E2F5344B-50F7-46E5-237B-54689919FA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7B23B572-316E-A6B5-96D3-D6B30BF47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5AA3BFC9-3399-EFED-E2DD-9A47446B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0975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52E1D72D-6301-B51F-0132-9EC5E6A99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3527FF72-2DDB-2E81-9ABA-1F2C08036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E68DF2A3-795F-C682-066D-752FE8D23C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B328A104-EA15-964A-B54D-543E6D548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6480215F-7F7B-8379-6546-68EE53929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7729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6A6E10C0-7BB1-FAA6-8641-71302AD26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A0E301C9-2588-57E6-719E-448775743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C44A6125-FD1C-41AD-4C12-2CA2C93852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97F2A710-0F61-9353-E08D-38AC26D24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B6322E94-6A9D-8620-FF14-856E24ED5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287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25A33E5-E73F-CC17-0C3D-AE09D1F05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949F44B7-8692-C5F1-A91A-E45D77A957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45703615-F086-C1EB-E5AF-99B84F77B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087BE821-A4F7-5F5B-AFBB-E51DF3FFFC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DCC72DCF-9BD8-DC16-BD2F-40D5EDCB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9EAA3D52-D587-3BBA-744B-79022427A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456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5BD905A-F0DE-FDF3-BDC4-A4239C5C4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="" xmlns:a16="http://schemas.microsoft.com/office/drawing/2014/main" id="{3F8BC364-A57D-BD2D-AD35-C9DB150C7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="" xmlns:a16="http://schemas.microsoft.com/office/drawing/2014/main" id="{21595E0A-2231-0FA6-07C4-415A945D7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="" xmlns:a16="http://schemas.microsoft.com/office/drawing/2014/main" id="{1F16F660-BE56-F532-6BD9-1FAEFC4AE2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="" xmlns:a16="http://schemas.microsoft.com/office/drawing/2014/main" id="{9B726CCD-CEA1-194A-2722-BE6FC59F9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="" xmlns:a16="http://schemas.microsoft.com/office/drawing/2014/main" id="{F0D5C2E0-14DA-27F5-2C74-5B34172D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="" xmlns:a16="http://schemas.microsoft.com/office/drawing/2014/main" id="{24B3F440-C986-BD86-D301-B20B7DE8D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="" xmlns:a16="http://schemas.microsoft.com/office/drawing/2014/main" id="{EC988512-9813-3ECE-492D-BF85F95A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3465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FC2F7F4-CA35-779C-5D6A-C0E0A4754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="" xmlns:a16="http://schemas.microsoft.com/office/drawing/2014/main" id="{CD5CCF7F-6811-20E2-9BF5-7A6D34CC9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="" xmlns:a16="http://schemas.microsoft.com/office/drawing/2014/main" id="{FCA9557B-7331-92E4-23B5-55BCA33D0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="" xmlns:a16="http://schemas.microsoft.com/office/drawing/2014/main" id="{A3AC0AE4-8C5E-78B6-6C6A-1794D16D6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89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="" xmlns:a16="http://schemas.microsoft.com/office/drawing/2014/main" id="{E833DAF4-36E0-8DCC-986C-40DBA5FB0B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="" xmlns:a16="http://schemas.microsoft.com/office/drawing/2014/main" id="{34EF5425-DAD5-7433-B2AC-FDBBF6BD8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="" xmlns:a16="http://schemas.microsoft.com/office/drawing/2014/main" id="{B1DB4CAE-DD08-8CD0-1253-65EA4584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7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0BC5E20-62C2-258A-7771-39673BD4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="" xmlns:a16="http://schemas.microsoft.com/office/drawing/2014/main" id="{101E3C9B-7AAA-1EE7-FBE1-EFB977507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34A416D6-1CEE-4B0D-116E-0901C07CC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489E6301-8EBF-0BF4-A1FC-D1373921D5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BC509954-6E83-B43F-FD96-36A5C677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80C20BF3-14F7-5D65-554A-2BF9170C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9909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0BCE4C9-CCA0-2555-2BDD-E59600A81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="" xmlns:a16="http://schemas.microsoft.com/office/drawing/2014/main" id="{24EDEB36-4330-C7F6-2FAD-8B91F468D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="" xmlns:a16="http://schemas.microsoft.com/office/drawing/2014/main" id="{BFDF1D82-DCEB-5C57-A7FE-08713F499C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="" xmlns:a16="http://schemas.microsoft.com/office/drawing/2014/main" id="{6CE560C2-2AC9-0EAA-E720-3610F02FE0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="" xmlns:a16="http://schemas.microsoft.com/office/drawing/2014/main" id="{EB96DB4C-632F-3C2F-9B3A-ADDFD4C6D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="" xmlns:a16="http://schemas.microsoft.com/office/drawing/2014/main" id="{5F7BA0B1-B00B-477B-D0AC-3582BF90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250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8A04734-8749-BE87-107E-B4367F6C9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59A4C73A-1B67-7D70-E9D5-65019DA80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BF7604D2-3507-A175-865A-42B4A74C3E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AAE19A69-1142-7513-90DD-F2F26E451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3643DAF2-A9E1-7860-9923-CA9A82F5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1453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7A23B646-A6E5-CE5B-F410-FDF12CD03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="" xmlns:a16="http://schemas.microsoft.com/office/drawing/2014/main" id="{28BE156B-5889-8E90-1D3D-793425F27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="" xmlns:a16="http://schemas.microsoft.com/office/drawing/2014/main" id="{7A361DE9-E9A0-727C-D5B2-F943F0D7F2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24B047-D637-40AC-AC3B-F357E977C45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="" xmlns:a16="http://schemas.microsoft.com/office/drawing/2014/main" id="{0CDCD0B7-F83F-0553-CBD2-B64805976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="" xmlns:a16="http://schemas.microsoft.com/office/drawing/2014/main" id="{48238CCA-4F7A-D0EE-E829-87F9250F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D16699-61DA-40C2-A68F-30CB6632DE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943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A5C0348C-177A-4BC3-BEF9-29A3C686834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89"/>
            <a:ext cx="12192000" cy="6822821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="" xmlns:a16="http://schemas.microsoft.com/office/drawing/2014/main" id="{B4C9A29B-71D3-457E-9760-C84FA7FF17B7}"/>
              </a:ext>
            </a:extLst>
          </p:cNvPr>
          <p:cNvCxnSpPr>
            <a:cxnSpLocks/>
          </p:cNvCxnSpPr>
          <p:nvPr userDrawn="1"/>
        </p:nvCxnSpPr>
        <p:spPr>
          <a:xfrm>
            <a:off x="558021" y="774782"/>
            <a:ext cx="11224355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="" xmlns:a16="http://schemas.microsoft.com/office/drawing/2014/main" id="{83E53272-3758-4D55-A664-4B04AB9410D5}"/>
              </a:ext>
            </a:extLst>
          </p:cNvPr>
          <p:cNvCxnSpPr>
            <a:cxnSpLocks/>
          </p:cNvCxnSpPr>
          <p:nvPr userDrawn="1"/>
        </p:nvCxnSpPr>
        <p:spPr>
          <a:xfrm>
            <a:off x="673530" y="6118569"/>
            <a:ext cx="11224355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m 18">
            <a:extLst>
              <a:ext uri="{FF2B5EF4-FFF2-40B4-BE49-F238E27FC236}">
                <a16:creationId xmlns="" xmlns:a16="http://schemas.microsoft.com/office/drawing/2014/main" id="{D7A3576F-3DF0-4A12-89EB-E8486D425D3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42" y="6379283"/>
            <a:ext cx="3774658" cy="28007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="" xmlns:a16="http://schemas.microsoft.com/office/drawing/2014/main" id="{CF652408-B240-4D46-80C5-EDF8E1F062A3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5221" y="6242100"/>
            <a:ext cx="2107155" cy="47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114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B2F23"/>
      </a:accent1>
      <a:accent2>
        <a:srgbClr val="F58634"/>
      </a:accent2>
      <a:accent3>
        <a:srgbClr val="A1CC38"/>
      </a:accent3>
      <a:accent4>
        <a:srgbClr val="009A93"/>
      </a:accent4>
      <a:accent5>
        <a:srgbClr val="1F60AC"/>
      </a:accent5>
      <a:accent6>
        <a:srgbClr val="1F4E7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ACBD596EBAA6A4E970687CA303DC064" ma:contentTypeVersion="11" ma:contentTypeDescription="Crie um novo documento." ma:contentTypeScope="" ma:versionID="6c7eaa3a7e179285e788124659e24c0b">
  <xsd:schema xmlns:xsd="http://www.w3.org/2001/XMLSchema" xmlns:xs="http://www.w3.org/2001/XMLSchema" xmlns:p="http://schemas.microsoft.com/office/2006/metadata/properties" xmlns:ns3="9399dd9f-961f-46f4-b091-4ed345c23ff8" xmlns:ns4="7cd8ae55-2da5-4149-b22a-4635c18115c2" targetNamespace="http://schemas.microsoft.com/office/2006/metadata/properties" ma:root="true" ma:fieldsID="28740d77e0c5c6ff36a4694b0d4201a8" ns3:_="" ns4:_="">
    <xsd:import namespace="9399dd9f-961f-46f4-b091-4ed345c23ff8"/>
    <xsd:import namespace="7cd8ae55-2da5-4149-b22a-4635c18115c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99dd9f-961f-46f4-b091-4ed345c23ff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d8ae55-2da5-4149-b22a-4635c18115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cd8ae55-2da5-4149-b22a-4635c18115c2" xsi:nil="true"/>
  </documentManagement>
</p:properties>
</file>

<file path=customXml/itemProps1.xml><?xml version="1.0" encoding="utf-8"?>
<ds:datastoreItem xmlns:ds="http://schemas.openxmlformats.org/officeDocument/2006/customXml" ds:itemID="{0F30B4C5-E090-4842-8C8B-6353BEBFFB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99dd9f-961f-46f4-b091-4ed345c23ff8"/>
    <ds:schemaRef ds:uri="7cd8ae55-2da5-4149-b22a-4635c18115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4FB513-FF7E-470D-B669-0A7745D2A5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0DC1F3-89B2-477E-A5BC-72DFB7E52447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terms/"/>
    <ds:schemaRef ds:uri="7cd8ae55-2da5-4149-b22a-4635c18115c2"/>
    <ds:schemaRef ds:uri="http://schemas.microsoft.com/office/infopath/2007/PartnerControls"/>
    <ds:schemaRef ds:uri="http://schemas.openxmlformats.org/package/2006/metadata/core-properties"/>
    <ds:schemaRef ds:uri="9399dd9f-961f-46f4-b091-4ed345c23ff8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950</Words>
  <Application>Microsoft Office PowerPoint</Application>
  <PresentationFormat>Widescreen</PresentationFormat>
  <Paragraphs>112</Paragraphs>
  <Slides>0</Slides>
  <Notes>0</Notes>
  <HiddenSlides>0</HiddenSlides>
  <MMClips>0</MMClips>
  <ScaleCrop>false</ScaleCrop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 anos da Fábrica no Brasil</dc:title>
  <dc:creator>Larissa Cristina T da Silva</dc:creator>
  <cp:lastModifiedBy>Rafael Da Silva Melo</cp:lastModifiedBy>
  <cp:revision>48</cp:revision>
  <dcterms:created xsi:type="dcterms:W3CDTF">2023-03-06T13:40:34Z</dcterms:created>
  <dcterms:modified xsi:type="dcterms:W3CDTF">2026-03-26T14:08:41Z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0x010100EACBD596EBAA6A4E970687CA303DC064</vt:lpwstr>
  </property>
</Properties>
</file>